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Dataset —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Creative, colorful presentation with real analysis and visuals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Objective &amp; Outcomes</a:t>
            </a:r>
          </a:p>
          <a:p>
            <a:pPr>
              <a:defRPr sz="1600"/>
            </a:pPr>
            <a:r>
              <a:t>• Analyze employee data to extract salary, dept, experience, and performance insights.</a:t>
            </a:r>
          </a:p>
          <a:p>
            <a:pPr>
              <a:defRPr sz="1600"/>
            </a:pPr>
            <a:r>
              <a:t>• Outcomes: Visual insights, code snippets, recommendations for HR.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Rows: 1000</a:t>
            </a:r>
          </a:p>
          <a:p>
            <a:r>
              <a:t>Columns: 19</a:t>
            </a:r>
          </a:p>
          <a:p>
            <a:r>
              <a:t>Detected columns: Employee_ID, First_Name, Last_Name, Gender, Age, Department...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097280"/>
            <a:ext cx="3200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Preview (first 5 rows):</a:t>
            </a:r>
          </a:p>
          <a:p>
            <a:r>
              <a:t>Employee_ID First_Name Last_Name Gender  Age  Department                           Job_Title  Hire_Date  Salary  Experience_Years  Performance_Score    Bonus Promotion_Last_Year         City        State Country Education_Level Marital_Status Remote_Work _parsed_date  _year</a:t>
            </a:r>
          </a:p>
          <a:p>
            <a:r>
              <a:t>    EMP1000      Wendy   Wallace   Male   37 Engineering Chartered public finance accountant 2017-12-02   78108                34                  4 11786.82                  No Lake Brandon   Washington     USA     High School         Single         Yes   2017-12-02   2017</a:t>
            </a:r>
          </a:p>
          <a:p>
            <a:r>
              <a:t>    EMP1001    Jessica      Lamb Female   29          HR          Sports development officer 2024-09-08  101918                39                  1 12006.97                  No   West David     Missouri     USA        Master's       Divorced          No   2024-09-08   2024</a:t>
            </a:r>
          </a:p>
          <a:p>
            <a:r>
              <a:t>    EMP1002       Sara     Cohen   Male   53     Finance                        Nurse, adult 2016-02-20   69171                13                  1 10302.86                  No Stephenmouth  Connecticut     USA      Bachelor's         Single          No   2016-02-20   2016</a:t>
            </a:r>
          </a:p>
          <a:p>
            <a:r>
              <a:t>    EMP1003      David    Rangel   Male   40       Sales                     Music therapist 2019-05-13   76779                34                  2 13250.16                  No  North Megan       Hawaii     USA             PhD         Single         Yes   2019-05-13   2019</a:t>
            </a:r>
          </a:p>
          <a:p>
            <a:r>
              <a:t>    EMP1004  Katherine    Vargas   Male   33          IT                Pharmacist, hospital 2021-06-26  103828                19                  2  5366.71                  No  East Kristi Pennsylvania     USA     High School        Married         Yes   2021-06-26  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1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1: Upload &amp; Read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Code:</a:t>
            </a:r>
          </a:p>
          <a:p>
            <a:r>
              <a:t>import pandas as pd</a:t>
            </a:r>
          </a:p>
          <a:p>
            <a:r>
              <a:t>df = pd.read_csv('employee_dataset.csv')</a:t>
            </a:r>
          </a:p>
          <a:p>
            <a:r>
              <a:t>df.head()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7A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2: Mean &amp;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Code:</a:t>
            </a:r>
          </a:p>
          <a:p>
            <a:r>
              <a:t>mean_salary = df['Salary'].mean()</a:t>
            </a:r>
          </a:p>
          <a:p>
            <a:r>
              <a:t>print(mean_salary)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00584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Average salary: 90150.80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DC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3: Min &amp;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Code:</a:t>
            </a:r>
          </a:p>
          <a:p>
            <a:r>
              <a:t>min_salary = df['Salary'].min()</a:t>
            </a:r>
          </a:p>
          <a:p>
            <a:r>
              <a:t>max_salary = df['Salary'].max()</a:t>
            </a:r>
          </a:p>
          <a:p>
            <a:r>
              <a:t>print(min_salary, max_salary)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00584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Min: 35155</a:t>
            </a:r>
          </a:p>
          <a:p>
            <a:r>
              <a:t>Max: 149914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3F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4: Filtering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Code:</a:t>
            </a:r>
          </a:p>
          <a:p>
            <a:r>
              <a:t>experienced = df[df['Experience_Years'] &gt; 5]</a:t>
            </a:r>
          </a:p>
          <a:p>
            <a:r>
              <a:t>experienced.head()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91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5: Sort (Descending)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Code:</a:t>
            </a:r>
          </a:p>
          <a:p>
            <a:r>
              <a:t>sorted_desc = df.sort_values(by='Salary', ascending=False)</a:t>
            </a:r>
          </a:p>
          <a:p>
            <a:r>
              <a:t>sorted_desc.head()</a:t>
            </a:r>
          </a:p>
        </p:txBody>
      </p:sp>
      <p:pic>
        <p:nvPicPr>
          <p:cNvPr id="5" name="Picture 4" descr="top5_sal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2743200" cy="15675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AF4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6: Sort (Ascending)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Code:</a:t>
            </a:r>
          </a:p>
          <a:p>
            <a:r>
              <a:t>sorted_asc = df.sort_values(by='Salary', ascending=True)</a:t>
            </a:r>
          </a:p>
          <a:p>
            <a:r>
              <a:t>sorted_asc.head()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A5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7: Grouping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Department or Salary column not detected.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B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8: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Generated charts: dept counts, avg salary by dept, experience vs salary scatter, salary histogram, top5 salaries, average salary by year (if date present).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1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Employee Count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Dept counts chart not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7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Experience vs Salary (Scatter)</a:t>
            </a:r>
          </a:p>
        </p:txBody>
      </p:sp>
      <p:pic>
        <p:nvPicPr>
          <p:cNvPr id="4" name="Picture 3" descr="exp_vs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229600" cy="58782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72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Corr: 0.03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D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Salary Distribution</a:t>
            </a:r>
          </a:p>
        </p:txBody>
      </p:sp>
      <p:pic>
        <p:nvPicPr>
          <p:cNvPr id="4" name="Picture 3" descr="salary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229600" cy="58782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3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Average Salary by Year</a:t>
            </a:r>
          </a:p>
        </p:txBody>
      </p:sp>
      <p:pic>
        <p:nvPicPr>
          <p:cNvPr id="4" name="Picture 3" descr="avg_salar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5 Salaries</a:t>
            </a:r>
          </a:p>
        </p:txBody>
      </p:sp>
      <p:pic>
        <p:nvPicPr>
          <p:cNvPr id="4" name="Picture 3" descr="top5_sal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229600" cy="47026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